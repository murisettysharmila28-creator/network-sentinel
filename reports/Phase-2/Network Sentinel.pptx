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22038A-BF4C-44C1-9AEB-4C1D642A2F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EE52E57-FE67-4D87-8F5A-4C09EDD305AA}">
      <dgm:prSet/>
      <dgm:spPr/>
      <dgm:t>
        <a:bodyPr/>
        <a:lstStyle/>
        <a:p>
          <a:r>
            <a:rPr lang="en-US"/>
            <a:t>Problem </a:t>
          </a:r>
        </a:p>
      </dgm:t>
    </dgm:pt>
    <dgm:pt modelId="{187BDF81-92B2-4C5A-AEFD-18B38B0ECAAF}" type="parTrans" cxnId="{B2051263-CE03-4B31-B385-DA207CA3516A}">
      <dgm:prSet/>
      <dgm:spPr/>
      <dgm:t>
        <a:bodyPr/>
        <a:lstStyle/>
        <a:p>
          <a:endParaRPr lang="en-US"/>
        </a:p>
      </dgm:t>
    </dgm:pt>
    <dgm:pt modelId="{1BF37D01-40A5-4B8F-9219-E10309E53C49}" type="sibTrans" cxnId="{B2051263-CE03-4B31-B385-DA207CA3516A}">
      <dgm:prSet/>
      <dgm:spPr/>
      <dgm:t>
        <a:bodyPr/>
        <a:lstStyle/>
        <a:p>
          <a:endParaRPr lang="en-US"/>
        </a:p>
      </dgm:t>
    </dgm:pt>
    <dgm:pt modelId="{8C00E32B-A17D-4019-82AF-08417ABC4BDC}">
      <dgm:prSet/>
      <dgm:spPr/>
      <dgm:t>
        <a:bodyPr/>
        <a:lstStyle/>
        <a:p>
          <a:r>
            <a:rPr lang="en-US"/>
            <a:t>Increasing network attacks </a:t>
          </a:r>
        </a:p>
      </dgm:t>
    </dgm:pt>
    <dgm:pt modelId="{FDC1C0A6-FCFD-41CB-B822-ED2AE2DAAAC0}" type="parTrans" cxnId="{87F0EDCE-D61C-40AE-A1A1-90CF306384ED}">
      <dgm:prSet/>
      <dgm:spPr/>
      <dgm:t>
        <a:bodyPr/>
        <a:lstStyle/>
        <a:p>
          <a:endParaRPr lang="en-US"/>
        </a:p>
      </dgm:t>
    </dgm:pt>
    <dgm:pt modelId="{1D6C485E-15DE-4089-B3A2-33BA8D4A834F}" type="sibTrans" cxnId="{87F0EDCE-D61C-40AE-A1A1-90CF306384ED}">
      <dgm:prSet/>
      <dgm:spPr/>
      <dgm:t>
        <a:bodyPr/>
        <a:lstStyle/>
        <a:p>
          <a:endParaRPr lang="en-US"/>
        </a:p>
      </dgm:t>
    </dgm:pt>
    <dgm:pt modelId="{10E02FEB-434D-4806-AE0D-358519A7DC37}">
      <dgm:prSet/>
      <dgm:spPr/>
      <dgm:t>
        <a:bodyPr/>
        <a:lstStyle/>
        <a:p>
          <a:r>
            <a:rPr lang="en-US"/>
            <a:t>Detection systems lack explanation </a:t>
          </a:r>
        </a:p>
      </dgm:t>
    </dgm:pt>
    <dgm:pt modelId="{8071353B-E310-4145-A775-B783235C057C}" type="parTrans" cxnId="{512D429A-C0AD-4974-8AD5-51B9D1343E5C}">
      <dgm:prSet/>
      <dgm:spPr/>
      <dgm:t>
        <a:bodyPr/>
        <a:lstStyle/>
        <a:p>
          <a:endParaRPr lang="en-US"/>
        </a:p>
      </dgm:t>
    </dgm:pt>
    <dgm:pt modelId="{5DB71DA3-09F5-4ADD-AB14-7D2741406260}" type="sibTrans" cxnId="{512D429A-C0AD-4974-8AD5-51B9D1343E5C}">
      <dgm:prSet/>
      <dgm:spPr/>
      <dgm:t>
        <a:bodyPr/>
        <a:lstStyle/>
        <a:p>
          <a:endParaRPr lang="en-US"/>
        </a:p>
      </dgm:t>
    </dgm:pt>
    <dgm:pt modelId="{672F218A-8575-4C8C-BFD1-2A001E850305}">
      <dgm:prSet/>
      <dgm:spPr/>
      <dgm:t>
        <a:bodyPr/>
        <a:lstStyle/>
        <a:p>
          <a:r>
            <a:rPr lang="en-US"/>
            <a:t>Hard for analysts to take action </a:t>
          </a:r>
        </a:p>
      </dgm:t>
    </dgm:pt>
    <dgm:pt modelId="{FB4521F4-12F4-4D9C-A60C-AB250212A657}" type="parTrans" cxnId="{D3518E84-01BE-4EE9-9AA5-A279C1F747F7}">
      <dgm:prSet/>
      <dgm:spPr/>
      <dgm:t>
        <a:bodyPr/>
        <a:lstStyle/>
        <a:p>
          <a:endParaRPr lang="en-US"/>
        </a:p>
      </dgm:t>
    </dgm:pt>
    <dgm:pt modelId="{0B3FF908-5A44-46EC-ACFB-3A25FDEE7516}" type="sibTrans" cxnId="{D3518E84-01BE-4EE9-9AA5-A279C1F747F7}">
      <dgm:prSet/>
      <dgm:spPr/>
      <dgm:t>
        <a:bodyPr/>
        <a:lstStyle/>
        <a:p>
          <a:endParaRPr lang="en-US"/>
        </a:p>
      </dgm:t>
    </dgm:pt>
    <dgm:pt modelId="{60A9860E-4487-4CBB-90D7-63CAE3F209C8}">
      <dgm:prSet/>
      <dgm:spPr/>
      <dgm:t>
        <a:bodyPr/>
        <a:lstStyle/>
        <a:p>
          <a:r>
            <a:rPr lang="en-US"/>
            <a:t>Solution </a:t>
          </a:r>
        </a:p>
      </dgm:t>
    </dgm:pt>
    <dgm:pt modelId="{1070446A-B831-45DC-BC5B-5FED8CD18784}" type="parTrans" cxnId="{8A483185-4733-436F-88D5-BC64F0FEBB07}">
      <dgm:prSet/>
      <dgm:spPr/>
      <dgm:t>
        <a:bodyPr/>
        <a:lstStyle/>
        <a:p>
          <a:endParaRPr lang="en-US"/>
        </a:p>
      </dgm:t>
    </dgm:pt>
    <dgm:pt modelId="{ACDF1343-0AEA-475B-844D-6C1E090B8F5A}" type="sibTrans" cxnId="{8A483185-4733-436F-88D5-BC64F0FEBB07}">
      <dgm:prSet/>
      <dgm:spPr/>
      <dgm:t>
        <a:bodyPr/>
        <a:lstStyle/>
        <a:p>
          <a:endParaRPr lang="en-US"/>
        </a:p>
      </dgm:t>
    </dgm:pt>
    <dgm:pt modelId="{B96F88BE-90F9-4DB5-922E-F09C4168514D}">
      <dgm:prSet/>
      <dgm:spPr/>
      <dgm:t>
        <a:bodyPr/>
        <a:lstStyle/>
        <a:p>
          <a:r>
            <a:rPr lang="en-US"/>
            <a:t>ML model for attack detection </a:t>
          </a:r>
        </a:p>
      </dgm:t>
    </dgm:pt>
    <dgm:pt modelId="{65B8C73E-9E93-4191-8521-07291D1C96B9}" type="parTrans" cxnId="{54AA3868-D984-4FA1-B955-A346F9FE8082}">
      <dgm:prSet/>
      <dgm:spPr/>
      <dgm:t>
        <a:bodyPr/>
        <a:lstStyle/>
        <a:p>
          <a:endParaRPr lang="en-US"/>
        </a:p>
      </dgm:t>
    </dgm:pt>
    <dgm:pt modelId="{37D26931-08F5-41AB-980C-DD978A85627D}" type="sibTrans" cxnId="{54AA3868-D984-4FA1-B955-A346F9FE8082}">
      <dgm:prSet/>
      <dgm:spPr/>
      <dgm:t>
        <a:bodyPr/>
        <a:lstStyle/>
        <a:p>
          <a:endParaRPr lang="en-US"/>
        </a:p>
      </dgm:t>
    </dgm:pt>
    <dgm:pt modelId="{0CE9892F-0D78-4251-83C0-9E21EFFA7DBA}">
      <dgm:prSet/>
      <dgm:spPr/>
      <dgm:t>
        <a:bodyPr/>
        <a:lstStyle/>
        <a:p>
          <a:r>
            <a:rPr lang="en-US"/>
            <a:t>RAG agent for explanation &amp; troubleshooting </a:t>
          </a:r>
        </a:p>
      </dgm:t>
    </dgm:pt>
    <dgm:pt modelId="{93722007-2077-4C0F-B18B-4F2668EE6710}" type="parTrans" cxnId="{67BE73FA-2450-4183-AE8C-5B8DB890BD89}">
      <dgm:prSet/>
      <dgm:spPr/>
      <dgm:t>
        <a:bodyPr/>
        <a:lstStyle/>
        <a:p>
          <a:endParaRPr lang="en-US"/>
        </a:p>
      </dgm:t>
    </dgm:pt>
    <dgm:pt modelId="{6B2562DF-52E5-4BA8-B668-C59AF8D284AB}" type="sibTrans" cxnId="{67BE73FA-2450-4183-AE8C-5B8DB890BD89}">
      <dgm:prSet/>
      <dgm:spPr/>
      <dgm:t>
        <a:bodyPr/>
        <a:lstStyle/>
        <a:p>
          <a:endParaRPr lang="en-US"/>
        </a:p>
      </dgm:t>
    </dgm:pt>
    <dgm:pt modelId="{51CB4BC1-936C-459D-9DA4-3D5E7E9B8413}">
      <dgm:prSet/>
      <dgm:spPr/>
      <dgm:t>
        <a:bodyPr/>
        <a:lstStyle/>
        <a:p>
          <a:r>
            <a:rPr lang="en-US"/>
            <a:t>Streamlit UI for interaction</a:t>
          </a:r>
        </a:p>
      </dgm:t>
    </dgm:pt>
    <dgm:pt modelId="{878DA552-02F5-4A00-B483-368DB51BA085}" type="parTrans" cxnId="{A161239B-8B52-41FE-BAB7-EF1771DF713C}">
      <dgm:prSet/>
      <dgm:spPr/>
      <dgm:t>
        <a:bodyPr/>
        <a:lstStyle/>
        <a:p>
          <a:endParaRPr lang="en-US"/>
        </a:p>
      </dgm:t>
    </dgm:pt>
    <dgm:pt modelId="{3632E4E8-EF42-4C87-BD27-77A314754BF4}" type="sibTrans" cxnId="{A161239B-8B52-41FE-BAB7-EF1771DF713C}">
      <dgm:prSet/>
      <dgm:spPr/>
      <dgm:t>
        <a:bodyPr/>
        <a:lstStyle/>
        <a:p>
          <a:endParaRPr lang="en-US"/>
        </a:p>
      </dgm:t>
    </dgm:pt>
    <dgm:pt modelId="{95C3E301-79B6-4F2D-A265-49AF43C1269B}" type="pres">
      <dgm:prSet presAssocID="{E522038A-BF4C-44C1-9AEB-4C1D642A2FB3}" presName="linear" presStyleCnt="0">
        <dgm:presLayoutVars>
          <dgm:animLvl val="lvl"/>
          <dgm:resizeHandles val="exact"/>
        </dgm:presLayoutVars>
      </dgm:prSet>
      <dgm:spPr/>
    </dgm:pt>
    <dgm:pt modelId="{3EEB863D-147D-433B-B230-A488228EF2D1}" type="pres">
      <dgm:prSet presAssocID="{1EE52E57-FE67-4D87-8F5A-4C09EDD305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634E16-06E0-4F84-BC7B-537A2F3D59A3}" type="pres">
      <dgm:prSet presAssocID="{1EE52E57-FE67-4D87-8F5A-4C09EDD305AA}" presName="childText" presStyleLbl="revTx" presStyleIdx="0" presStyleCnt="2">
        <dgm:presLayoutVars>
          <dgm:bulletEnabled val="1"/>
        </dgm:presLayoutVars>
      </dgm:prSet>
      <dgm:spPr/>
    </dgm:pt>
    <dgm:pt modelId="{F693F95F-2069-4DAF-8DA9-7DF121C7EA4B}" type="pres">
      <dgm:prSet presAssocID="{60A9860E-4487-4CBB-90D7-63CAE3F209C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74D507C-46B9-403A-9264-2DB48CB14B4A}" type="pres">
      <dgm:prSet presAssocID="{60A9860E-4487-4CBB-90D7-63CAE3F209C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45BF30F-4841-4BA0-9F51-7FAFF8B9A806}" type="presOf" srcId="{51CB4BC1-936C-459D-9DA4-3D5E7E9B8413}" destId="{874D507C-46B9-403A-9264-2DB48CB14B4A}" srcOrd="0" destOrd="2" presId="urn:microsoft.com/office/officeart/2005/8/layout/vList2"/>
    <dgm:cxn modelId="{10947D2E-8398-4E23-B2FF-E371AAF53C8E}" type="presOf" srcId="{E522038A-BF4C-44C1-9AEB-4C1D642A2FB3}" destId="{95C3E301-79B6-4F2D-A265-49AF43C1269B}" srcOrd="0" destOrd="0" presId="urn:microsoft.com/office/officeart/2005/8/layout/vList2"/>
    <dgm:cxn modelId="{B1567B33-91A0-4CA7-8A66-0000BF9CFBFF}" type="presOf" srcId="{0CE9892F-0D78-4251-83C0-9E21EFFA7DBA}" destId="{874D507C-46B9-403A-9264-2DB48CB14B4A}" srcOrd="0" destOrd="1" presId="urn:microsoft.com/office/officeart/2005/8/layout/vList2"/>
    <dgm:cxn modelId="{E0B4CE40-18D1-4267-976E-B79FBEE1FFB4}" type="presOf" srcId="{60A9860E-4487-4CBB-90D7-63CAE3F209C8}" destId="{F693F95F-2069-4DAF-8DA9-7DF121C7EA4B}" srcOrd="0" destOrd="0" presId="urn:microsoft.com/office/officeart/2005/8/layout/vList2"/>
    <dgm:cxn modelId="{B2051263-CE03-4B31-B385-DA207CA3516A}" srcId="{E522038A-BF4C-44C1-9AEB-4C1D642A2FB3}" destId="{1EE52E57-FE67-4D87-8F5A-4C09EDD305AA}" srcOrd="0" destOrd="0" parTransId="{187BDF81-92B2-4C5A-AEFD-18B38B0ECAAF}" sibTransId="{1BF37D01-40A5-4B8F-9219-E10309E53C49}"/>
    <dgm:cxn modelId="{54AA3868-D984-4FA1-B955-A346F9FE8082}" srcId="{60A9860E-4487-4CBB-90D7-63CAE3F209C8}" destId="{B96F88BE-90F9-4DB5-922E-F09C4168514D}" srcOrd="0" destOrd="0" parTransId="{65B8C73E-9E93-4191-8521-07291D1C96B9}" sibTransId="{37D26931-08F5-41AB-980C-DD978A85627D}"/>
    <dgm:cxn modelId="{BE84114A-FE80-46EA-99E1-C33F1524857A}" type="presOf" srcId="{B96F88BE-90F9-4DB5-922E-F09C4168514D}" destId="{874D507C-46B9-403A-9264-2DB48CB14B4A}" srcOrd="0" destOrd="0" presId="urn:microsoft.com/office/officeart/2005/8/layout/vList2"/>
    <dgm:cxn modelId="{D3518E84-01BE-4EE9-9AA5-A279C1F747F7}" srcId="{1EE52E57-FE67-4D87-8F5A-4C09EDD305AA}" destId="{672F218A-8575-4C8C-BFD1-2A001E850305}" srcOrd="2" destOrd="0" parTransId="{FB4521F4-12F4-4D9C-A60C-AB250212A657}" sibTransId="{0B3FF908-5A44-46EC-ACFB-3A25FDEE7516}"/>
    <dgm:cxn modelId="{8A483185-4733-436F-88D5-BC64F0FEBB07}" srcId="{E522038A-BF4C-44C1-9AEB-4C1D642A2FB3}" destId="{60A9860E-4487-4CBB-90D7-63CAE3F209C8}" srcOrd="1" destOrd="0" parTransId="{1070446A-B831-45DC-BC5B-5FED8CD18784}" sibTransId="{ACDF1343-0AEA-475B-844D-6C1E090B8F5A}"/>
    <dgm:cxn modelId="{512D429A-C0AD-4974-8AD5-51B9D1343E5C}" srcId="{1EE52E57-FE67-4D87-8F5A-4C09EDD305AA}" destId="{10E02FEB-434D-4806-AE0D-358519A7DC37}" srcOrd="1" destOrd="0" parTransId="{8071353B-E310-4145-A775-B783235C057C}" sibTransId="{5DB71DA3-09F5-4ADD-AB14-7D2741406260}"/>
    <dgm:cxn modelId="{A161239B-8B52-41FE-BAB7-EF1771DF713C}" srcId="{60A9860E-4487-4CBB-90D7-63CAE3F209C8}" destId="{51CB4BC1-936C-459D-9DA4-3D5E7E9B8413}" srcOrd="2" destOrd="0" parTransId="{878DA552-02F5-4A00-B483-368DB51BA085}" sibTransId="{3632E4E8-EF42-4C87-BD27-77A314754BF4}"/>
    <dgm:cxn modelId="{99D3A79C-6CED-40F6-B307-4C039D6F1628}" type="presOf" srcId="{10E02FEB-434D-4806-AE0D-358519A7DC37}" destId="{39634E16-06E0-4F84-BC7B-537A2F3D59A3}" srcOrd="0" destOrd="1" presId="urn:microsoft.com/office/officeart/2005/8/layout/vList2"/>
    <dgm:cxn modelId="{66B61AAE-D064-4687-9DFF-E1E0E3430E29}" type="presOf" srcId="{672F218A-8575-4C8C-BFD1-2A001E850305}" destId="{39634E16-06E0-4F84-BC7B-537A2F3D59A3}" srcOrd="0" destOrd="2" presId="urn:microsoft.com/office/officeart/2005/8/layout/vList2"/>
    <dgm:cxn modelId="{87F0EDCE-D61C-40AE-A1A1-90CF306384ED}" srcId="{1EE52E57-FE67-4D87-8F5A-4C09EDD305AA}" destId="{8C00E32B-A17D-4019-82AF-08417ABC4BDC}" srcOrd="0" destOrd="0" parTransId="{FDC1C0A6-FCFD-41CB-B822-ED2AE2DAAAC0}" sibTransId="{1D6C485E-15DE-4089-B3A2-33BA8D4A834F}"/>
    <dgm:cxn modelId="{2BBC86DB-25FC-47FD-A6C8-6914DF89AFE9}" type="presOf" srcId="{8C00E32B-A17D-4019-82AF-08417ABC4BDC}" destId="{39634E16-06E0-4F84-BC7B-537A2F3D59A3}" srcOrd="0" destOrd="0" presId="urn:microsoft.com/office/officeart/2005/8/layout/vList2"/>
    <dgm:cxn modelId="{279A1CF5-04A2-4FC9-B829-398544E63689}" type="presOf" srcId="{1EE52E57-FE67-4D87-8F5A-4C09EDD305AA}" destId="{3EEB863D-147D-433B-B230-A488228EF2D1}" srcOrd="0" destOrd="0" presId="urn:microsoft.com/office/officeart/2005/8/layout/vList2"/>
    <dgm:cxn modelId="{67BE73FA-2450-4183-AE8C-5B8DB890BD89}" srcId="{60A9860E-4487-4CBB-90D7-63CAE3F209C8}" destId="{0CE9892F-0D78-4251-83C0-9E21EFFA7DBA}" srcOrd="1" destOrd="0" parTransId="{93722007-2077-4C0F-B18B-4F2668EE6710}" sibTransId="{6B2562DF-52E5-4BA8-B668-C59AF8D284AB}"/>
    <dgm:cxn modelId="{F69B7EDD-4C61-4945-A468-A7D96C82E34A}" type="presParOf" srcId="{95C3E301-79B6-4F2D-A265-49AF43C1269B}" destId="{3EEB863D-147D-433B-B230-A488228EF2D1}" srcOrd="0" destOrd="0" presId="urn:microsoft.com/office/officeart/2005/8/layout/vList2"/>
    <dgm:cxn modelId="{AF164FE3-EEDB-43B1-8EC2-9742C8E3EB14}" type="presParOf" srcId="{95C3E301-79B6-4F2D-A265-49AF43C1269B}" destId="{39634E16-06E0-4F84-BC7B-537A2F3D59A3}" srcOrd="1" destOrd="0" presId="urn:microsoft.com/office/officeart/2005/8/layout/vList2"/>
    <dgm:cxn modelId="{B4EA3A85-1CC1-4207-AE38-118B66605E76}" type="presParOf" srcId="{95C3E301-79B6-4F2D-A265-49AF43C1269B}" destId="{F693F95F-2069-4DAF-8DA9-7DF121C7EA4B}" srcOrd="2" destOrd="0" presId="urn:microsoft.com/office/officeart/2005/8/layout/vList2"/>
    <dgm:cxn modelId="{1FFFC34E-3660-4312-9857-7C06D9DD5E4B}" type="presParOf" srcId="{95C3E301-79B6-4F2D-A265-49AF43C1269B}" destId="{874D507C-46B9-403A-9264-2DB48CB14B4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B863D-147D-433B-B230-A488228EF2D1}">
      <dsp:nvSpPr>
        <dsp:cNvPr id="0" name=""/>
        <dsp:cNvSpPr/>
      </dsp:nvSpPr>
      <dsp:spPr>
        <a:xfrm>
          <a:off x="0" y="97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Problem </a:t>
          </a:r>
        </a:p>
      </dsp:txBody>
      <dsp:txXfrm>
        <a:off x="38381" y="136129"/>
        <a:ext cx="10438838" cy="709478"/>
      </dsp:txXfrm>
    </dsp:sp>
    <dsp:sp modelId="{39634E16-06E0-4F84-BC7B-537A2F3D59A3}">
      <dsp:nvSpPr>
        <dsp:cNvPr id="0" name=""/>
        <dsp:cNvSpPr/>
      </dsp:nvSpPr>
      <dsp:spPr>
        <a:xfrm>
          <a:off x="0" y="883988"/>
          <a:ext cx="1051560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Increasing network attacks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Detection systems lack explanation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Hard for analysts to take action </a:t>
          </a:r>
        </a:p>
      </dsp:txBody>
      <dsp:txXfrm>
        <a:off x="0" y="883988"/>
        <a:ext cx="10515600" cy="1291680"/>
      </dsp:txXfrm>
    </dsp:sp>
    <dsp:sp modelId="{F693F95F-2069-4DAF-8DA9-7DF121C7EA4B}">
      <dsp:nvSpPr>
        <dsp:cNvPr id="0" name=""/>
        <dsp:cNvSpPr/>
      </dsp:nvSpPr>
      <dsp:spPr>
        <a:xfrm>
          <a:off x="0" y="217566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Solution </a:t>
          </a:r>
        </a:p>
      </dsp:txBody>
      <dsp:txXfrm>
        <a:off x="38381" y="2214050"/>
        <a:ext cx="10438838" cy="709478"/>
      </dsp:txXfrm>
    </dsp:sp>
    <dsp:sp modelId="{874D507C-46B9-403A-9264-2DB48CB14B4A}">
      <dsp:nvSpPr>
        <dsp:cNvPr id="0" name=""/>
        <dsp:cNvSpPr/>
      </dsp:nvSpPr>
      <dsp:spPr>
        <a:xfrm>
          <a:off x="0" y="2961909"/>
          <a:ext cx="1051560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ML model for attack detection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RAG agent for explanation &amp; troubleshooting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Streamlit UI for interaction</a:t>
          </a:r>
        </a:p>
      </dsp:txBody>
      <dsp:txXfrm>
        <a:off x="0" y="2961909"/>
        <a:ext cx="10515600" cy="1291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F880-12C0-F707-6CBE-707EF8FF6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86975-95F8-3B22-6DC0-497A3847C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A12B-8D8D-AE15-DCA0-5F586257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D4C5-8744-46F9-93AA-64F5A697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E443E-A2CD-44E5-62D8-668F6CCD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53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8A09-3D87-40ED-608C-072CA1C0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FE53-7751-8152-06D0-02BEB3B5C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06BD-5B15-B9A5-052A-921E1B35D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7BB2-9383-C6F3-4C82-884A58DA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5A86C-F4C0-AC3D-64CA-FC50BFE6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08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AE66-88B6-8046-EBDB-C03BB273F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AF700-27D9-F149-12F7-44B6BF5A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1E0D-2218-BE34-0A79-61BA60E3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89CCC-553E-2F46-602B-61645E73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2D89-F655-A057-3CC4-DF31D8C6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63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6F97-E540-8D11-E042-DD09FC3A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2718-C3BB-C0B5-586A-BF9528228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2B05E-C5D6-A922-0588-23E472316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EF0EF-5F5E-CF04-FEE1-3137CD86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10228-B36E-B7C9-722B-ACEEF25F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53377-D271-8892-9AE5-AABC1605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88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F707-3DEE-A93D-F9F8-08132435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CE0E6-2874-0023-0944-23DC1AE7A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D3F05-53A6-E0FA-57EE-A0487979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08CD0-C4DE-625B-10BD-6E5D453DB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9953F-8CB0-667A-3863-4DD2D52F8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AA202-3EA5-DF0F-8FC8-2A80B5A4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D21CB-8BFA-976B-48E3-AAA943A6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37CBF-E624-C898-440C-00BF0671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812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4A73-2A94-A5AC-8E2A-46CBEE7B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5117F-0554-5CF8-03C5-97CD725E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ED7F5-F692-ECB3-F0A4-13F62238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672A2-E793-71BD-3287-D89C6C02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741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A0BBE-3DF6-310C-CEF2-5F1F234E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7B70E-9625-641B-9A55-0EE18353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F147-DB70-D7FF-7ABF-2C880695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80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5AD4-EB30-336D-174A-D71D644B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4C79-A2A6-78D4-663D-0EA38E7C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79934-1256-B82D-8EB9-82B5FE13E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EAD1F-E500-B578-9DB2-FB1937D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A91DC-6B70-BC9E-8086-56A89F4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8566D-EF72-B4E2-F46E-5F293A0B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52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8159-3311-036A-C4E0-7DEEB18A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2B227-5D84-AEE1-0819-24A4CC736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40B8D-85F5-FE1D-2674-B3E811591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AC04E-6E64-8116-41EE-56CB177B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2DB79-4CC0-5C8E-51E7-1622C098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E4287-5A67-CF76-2544-ADEFF1A6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499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EFEB-47E8-6A0D-FB0A-DD9D5874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65F8A-54BF-7026-BF01-0EC6DB89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A97F0-5E3F-F1F8-99AA-323BA93C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2610-828A-6AC8-F695-B8114D96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859C9-4F89-620B-5374-7C3F6AA1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24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71098-B442-903A-313B-FBA6A25FF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4F2F6-02C1-7593-674F-F61F27010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DB9EC-ED7F-4439-D1A0-FD66E5BF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2F19-2C9A-67CF-308F-120B2E39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E421E-C12B-DD3B-6128-9E45648D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504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1A33E-C035-98F3-9F5B-CFFDC0E7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933F-016E-9421-04DA-19AB5A60A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C05A-A4CF-EC7A-1651-6CF61DC93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AB0EC-7076-4D52-8CB0-1B41AFB3693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A0726-A7FA-2A51-3AB5-F45E0A91B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D37E-1578-2FB6-5D7D-F62534249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6426A-5801-4C41-9EF9-930FE1A326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67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D518-D4C4-D8D2-B740-8A5387A83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CA" sz="8000">
                <a:solidFill>
                  <a:srgbClr val="FFFFFF"/>
                </a:solidFill>
              </a:rPr>
              <a:t>Network Sentinel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D48C6-05CD-85A6-CBCD-501CD644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569" y="5176077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</a:rPr>
              <a:t>Integrating Machine Learning and Retrieval-Augmented Generation for Network Attack Detection and Analysis</a:t>
            </a:r>
            <a:endParaRPr lang="en-CA" sz="1400" dirty="0">
              <a:solidFill>
                <a:srgbClr val="FFFFFF"/>
              </a:solidFill>
            </a:endParaRPr>
          </a:p>
        </p:txBody>
      </p:sp>
      <p:sp>
        <p:nvSpPr>
          <p:cNvPr id="2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86A7C-1A1B-AAFF-F908-B8ED7F815A3C}"/>
              </a:ext>
            </a:extLst>
          </p:cNvPr>
          <p:cNvSpPr txBox="1"/>
          <p:nvPr/>
        </p:nvSpPr>
        <p:spPr>
          <a:xfrm>
            <a:off x="4438097" y="6377218"/>
            <a:ext cx="2199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Name: Sharmila Murisetty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50497-623D-A27A-E0E5-C32E04C68F96}"/>
              </a:ext>
            </a:extLst>
          </p:cNvPr>
          <p:cNvSpPr txBox="1"/>
          <p:nvPr/>
        </p:nvSpPr>
        <p:spPr>
          <a:xfrm>
            <a:off x="8090973" y="6377803"/>
            <a:ext cx="4001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Course: Business Intelligence Advanced Concept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81ADE-3C7B-8D5D-5484-A160240C2F3D}"/>
              </a:ext>
            </a:extLst>
          </p:cNvPr>
          <p:cNvSpPr txBox="1"/>
          <p:nvPr/>
        </p:nvSpPr>
        <p:spPr>
          <a:xfrm>
            <a:off x="1921676" y="6396960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Phase - II</a:t>
            </a:r>
            <a:endParaRPr lang="en-CA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9466-1FF2-8A28-B350-52659408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&amp;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4C814E-BFC0-89A4-DF15-995BBF05C8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011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C676D-FA16-A387-CE2F-49179F9F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B974F-3207-72D2-BAA2-05E62A87D6A1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ML detects attack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RAG generates explanation using Chroma DB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78249-8F16-208C-17DE-304CED67E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169072"/>
            <a:ext cx="6922008" cy="462044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6FF3945-0982-21B8-EA11-D4BC6F252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898" y="1161288"/>
            <a:ext cx="6922008" cy="46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6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94087-D1B5-2DF3-A4F4-0AFCD117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Intelligence Layer - Chroma DB Knowledge Base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DBA27-B78A-4251-D566-65EEF91E0BBA}"/>
              </a:ext>
            </a:extLst>
          </p:cNvPr>
          <p:cNvSpPr txBox="1"/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Purpose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Stores cybersecurity knowledge (attack descriptions, mitigation)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Technology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Chroma DB (Vector Database)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Uses embeddings for semantic search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Input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Predicted attack label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User query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Output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Attack explanation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Troubleshooting guidance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46101-B324-5729-E5BE-C8BC6F43B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156990"/>
            <a:ext cx="6656832" cy="444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2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C67D-8F31-2146-6ED1-51123DFA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92553" cy="858557"/>
          </a:xfrm>
        </p:spPr>
        <p:txBody>
          <a:bodyPr>
            <a:noAutofit/>
          </a:bodyPr>
          <a:lstStyle/>
          <a:p>
            <a:r>
              <a:rPr lang="en-US" sz="3200" dirty="0"/>
              <a:t>System Sequence Diagram – Network Sentinel (RAG-based Intrusion Detection)</a:t>
            </a:r>
            <a:endParaRPr lang="en-CA" sz="32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82BEA17-B4C6-F0B9-A015-EC0A1D25F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46" y="2141537"/>
            <a:ext cx="10483131" cy="4351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FE02A5-86ED-C605-DBB7-2AD4DA0696E3}"/>
              </a:ext>
            </a:extLst>
          </p:cNvPr>
          <p:cNvSpPr txBox="1"/>
          <p:nvPr/>
        </p:nvSpPr>
        <p:spPr>
          <a:xfrm>
            <a:off x="264253" y="1497943"/>
            <a:ext cx="1148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Illustrates interaction between UI, ML model, RAG agent, and vector database for attack detection and explanation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85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FAEE7-07CE-857E-3F74-FD55EDEF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Workflow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BC5EC4-1DC4-53B2-55E3-E7A5F4CD7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14" y="960121"/>
            <a:ext cx="10872172" cy="2446237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59FFBE-1032-9C56-A788-C4AE7E5C1699}"/>
              </a:ext>
            </a:extLst>
          </p:cNvPr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Key Components: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ML Model - Attack Detection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RAG Agent - Contextual reasoning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Chroma DB - Knowledge storage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Streamlit -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91487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165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Network Sentinel</vt:lpstr>
      <vt:lpstr>Problem &amp; Solution</vt:lpstr>
      <vt:lpstr>System Architecture</vt:lpstr>
      <vt:lpstr>Intelligence Layer - Chroma DB Knowledge Base</vt:lpstr>
      <vt:lpstr>System Sequence Diagram – Network Sentinel (RAG-based Intrusion Detection)</vt:lpstr>
      <vt:lpstr>System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 Murisetty</dc:creator>
  <cp:lastModifiedBy>Sharmila Murisetty</cp:lastModifiedBy>
  <cp:revision>1</cp:revision>
  <dcterms:created xsi:type="dcterms:W3CDTF">2026-03-23T15:37:31Z</dcterms:created>
  <dcterms:modified xsi:type="dcterms:W3CDTF">2026-03-23T18:31:45Z</dcterms:modified>
</cp:coreProperties>
</file>